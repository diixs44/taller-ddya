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8096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+ BÚSQUEDA BINARIA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Organización y búsqueda de productos en una tienda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7033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Registro, ordenamiento y consulta eficiente de códigos de productos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41248" y="4434840"/>
            <a:ext cx="2194560" cy="0"/>
          </a:xfrm>
          <a:prstGeom prst="line">
            <a:avLst/>
          </a:prstGeom>
          <a:noFill/>
          <a:ln w="19050">
            <a:solidFill>
              <a:srgbClr val="9FD1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Extasys Code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y Algoritmos  ·  Presentación de laboratorio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E8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3383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tienda necesita ordenar y consultar rápidamente sus códigos de producto.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5806440"/>
            <a:ext cx="82296" cy="82296"/>
          </a:xfrm>
          <a:prstGeom prst="ellipse">
            <a:avLst/>
          </a:prstGeom>
          <a:solidFill>
            <a:srgbClr val="9FD1E8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5029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actual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09160" y="868680"/>
            <a:ext cx="6766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productos llegan y se registran en el orden de llegada, por lo que sus códigos numéricos quedan desordenados en la lista.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09160" y="18745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encargado necesita un programa que: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2377440"/>
            <a:ext cx="457200" cy="457200"/>
          </a:xfrm>
          <a:prstGeom prst="ellipse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49240" y="237744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cantidad n de productos ingresados por el usuario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09160" y="3154680"/>
            <a:ext cx="457200" cy="457200"/>
          </a:xfrm>
          <a:prstGeom prst="ellipse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31546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códigos con el algoritmo Merge Sort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09160" y="3931920"/>
            <a:ext cx="457200" cy="457200"/>
          </a:xfrm>
          <a:prstGeom prst="ellipse">
            <a:avLst/>
          </a:prstGeom>
          <a:solidFill>
            <a:srgbClr val="F2F6F8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49240" y="39319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 </a:t>
            </a:r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código específico usando Búsqueda Binaria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89204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84632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la cantidad n de productos a registrar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un código numérico por cada producto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lista original en orden de registro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los códigos con Merge Sort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la lista ya ordenada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Ingresar el código a buscar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con Búsqueda Binaria sobre la lista ordenada</a:t>
            </a:r>
            <a:endParaRPr lang="en-US" sz="1250" dirty="0"/>
          </a:p>
          <a:p>
            <a:pPr marL="342900" indent="-342900">
              <a:lnSpc>
                <a:spcPts val="1600"/>
              </a:lnSpc>
              <a:spcAft>
                <a:spcPts val="1400"/>
              </a:spcAft>
              <a:buSzPct val="100000"/>
              <a:buChar char="▪"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si el código fue encontrado o no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40680" cy="4892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286000"/>
            <a:ext cx="4846320" cy="3886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en Python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debe quedar ordenada antes de buscar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claro, legible y dividido en funciones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y Búsqueda Binaria propios: sin usar sort() ni funciones nativas de búsqueda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1600"/>
              </a:spcAft>
              <a:buSzPct val="100000"/>
              <a:buChar char="▪"/>
            </a:pPr>
            <a:r>
              <a:rPr lang="en-US" sz="1300" dirty="0">
                <a:solidFill>
                  <a:srgbClr val="E4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correctos para distintas cantidades de productos y códigos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Historias de usuario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productos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registrar la cantidad y códigos de productos para tener la información almacenada.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7556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537960" y="22402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productos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537960" y="269748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ordenar los códigos con Merge Sort para facilitar la búsqueda binaria.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4074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un producto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3492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buscar un código específico para saber si el producto está registrado.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4206240"/>
            <a:ext cx="5394960" cy="23317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440740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9CC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537960" y="4892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el resultado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537960" y="53492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encargado, quiero visualizar el resultado para saber de inmediato si el producto existe.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flujo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general: registro, ordenamiento y búsqueda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77836" y="1554480"/>
            <a:ext cx="4642423" cy="516636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imgs/cell_6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4996" y="1691640"/>
            <a:ext cx="436810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secuencia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Interacción entre Usuario, Programa y Algoritmos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086854" y="1581912"/>
            <a:ext cx="6024389" cy="5065776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6" name="Image 0" descr="imgs/cell_7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6582" y="1691640"/>
            <a:ext cx="5804933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de complejidad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la lista recursivamente y mezcla las mitades ordenadas: log</a:t>
            </a:r>
            <a:pPr indent="0" marL="0">
              <a:lnSpc>
                <a:spcPts val="1900"/>
              </a:lnSpc>
              <a:buNone/>
            </a:pPr>
            <a:r>
              <a:rPr lang="en-US" sz="1400" baseline="-40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(n) niveles, ~n operaciones cada uno.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Binaria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 la mitad de los elementos en cada iteración sobre la lista ordenada.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349240" cy="14173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679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Sort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2T(n/2) + O(n)  →  O(n log n)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2514600"/>
            <a:ext cx="5349240" cy="1417320"/>
          </a:xfrm>
          <a:prstGeom prst="rect">
            <a:avLst/>
          </a:prstGeom>
          <a:solidFill>
            <a:srgbClr val="F2F6F8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6791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Binaria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55080" y="3108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T(n) = T(n/2) + O(1)  →  O(log n)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251960"/>
          <a:ext cx="10881360" cy="1920240"/>
        </p:xfrm>
        <a:graphic>
          <a:graphicData uri="http://schemas.openxmlformats.org/drawingml/2006/table">
            <a:tbl>
              <a:tblPr/>
              <a:tblGrid>
                <a:gridCol w="5394960"/>
                <a:gridCol w="2743200"/>
                <a:gridCol w="2743200"/>
              </a:tblGrid>
              <a:tr h="4800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Parte del programa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Peor caso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Sort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Búsqueda Binaria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 completo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A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Complejidad en números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 log n) domina el costo total del programa frente a O(log n)</a:t>
            </a:r>
            <a:endParaRPr lang="en-US" sz="1300" dirty="0"/>
          </a:p>
        </p:txBody>
      </p:sp>
      <p:pic>
        <p:nvPicPr>
          <p:cNvPr id="5" name="Image 0" descr="imgs/cell_9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0018" y="1691640"/>
            <a:ext cx="73380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1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Código funcional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6309360" cy="5166360"/>
          </a:xfrm>
          <a:prstGeom prst="rect">
            <a:avLst/>
          </a:prstGeom>
          <a:solidFill>
            <a:srgbClr val="13233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5852160" cy="484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merge_sort(lista):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len(lista) &lt;= 1: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lista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mitad = len(lista) // 2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izq = merge_sort(lista[:mitad])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der = merge_sort(lista[mitad:])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mezclar(izq, der)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busqueda_binaria(lista, buscado):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inicio, fin = 0, len(lista) - 1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inicio &lt;= fin: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medio = (inicio + fin) // 2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lista[medio] == buscado: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True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elif lista[medio] &lt; buscado: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inicio = medio + 1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else: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fin = medio - 1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False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86600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9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783080"/>
            <a:ext cx="4526280" cy="2834640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8" name="Text 6"/>
          <p:cNvSpPr/>
          <p:nvPr/>
        </p:nvSpPr>
        <p:spPr>
          <a:xfrm>
            <a:off x="7360920" y="1965960"/>
            <a:ext cx="40233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Cantidad de productos: 4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Códigos: 3, 4, 112, 345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original: [3, 4, 112, 345]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Lista ordenada: [3, 4, 112, 345]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 código: 4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FF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Producto encontrado ✔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86600" y="4846320"/>
            <a:ext cx="4526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C7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funciones nativas de ordenamiento ni búsqueda: solo Merge Sort y Búsqueda Binaria propios.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2F6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743200"/>
            <a:ext cx="96012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combina Merge Sort (O(n log n)) y Búsqueda Binaria (O(log n)) para registrar, ordenar y consultar productos de forma eficiente.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complejidad total del programa está dominada por el ordenamiento, ya que crece más rápido que la búsqueda.</a:t>
            </a:r>
            <a:endParaRPr lang="en-US" sz="15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▪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diseño modular (registro → orden → búsqueda) facilita mantener y extender el sistema.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41248" y="5074920"/>
            <a:ext cx="219456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257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  —  Equipo Extasys Code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2026-08-13T22:47:04Z</dcterms:created>
  <dcterms:modified xsi:type="dcterms:W3CDTF">2026-08-13T22:47:04Z</dcterms:modified>
</cp:coreProperties>
</file>